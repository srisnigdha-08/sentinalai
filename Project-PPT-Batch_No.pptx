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8"/>
  </p:notesMasterIdLst>
  <p:sldIdLst>
    <p:sldId id="256" r:id="rId2"/>
    <p:sldId id="287" r:id="rId3"/>
    <p:sldId id="257" r:id="rId4"/>
    <p:sldId id="340" r:id="rId5"/>
    <p:sldId id="299" r:id="rId6"/>
    <p:sldId id="350" r:id="rId7"/>
    <p:sldId id="266" r:id="rId8"/>
    <p:sldId id="344" r:id="rId9"/>
    <p:sldId id="347" r:id="rId10"/>
    <p:sldId id="348" r:id="rId11"/>
    <p:sldId id="349" r:id="rId12"/>
    <p:sldId id="275" r:id="rId13"/>
    <p:sldId id="346" r:id="rId14"/>
    <p:sldId id="270" r:id="rId15"/>
    <p:sldId id="271" r:id="rId16"/>
    <p:sldId id="32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FF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4" autoAdjust="0"/>
    <p:restoredTop sz="99822" autoAdjust="0"/>
  </p:normalViewPr>
  <p:slideViewPr>
    <p:cSldViewPr>
      <p:cViewPr varScale="1">
        <p:scale>
          <a:sx n="82" d="100"/>
          <a:sy n="82" d="100"/>
        </p:scale>
        <p:origin x="418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73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9B3BC-7FCA-4166-96E5-654288EED0B0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6B92D-2A32-4C16-979B-071562DB20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84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5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96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42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2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826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3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96B92D-2A32-4C16-979B-071562DB202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8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80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6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0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80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57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7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8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4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90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4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90898"/>
            <a:ext cx="10515600" cy="5033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2B5FF3"/>
                </a:solidFill>
              </a:defRPr>
            </a:lvl1pPr>
          </a:lstStyle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2B5FF3"/>
                </a:solidFill>
              </a:defRPr>
            </a:lvl1pPr>
          </a:lstStyle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2B5FF3"/>
                </a:solidFill>
              </a:defRPr>
            </a:lvl1pPr>
          </a:lstStyle>
          <a:p>
            <a:fld id="{5B4F5413-E548-45A8-B9DD-11B71454D5C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FC93F2D-9111-4E77-98B1-F1ACD37A82C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8094" cy="548680"/>
          </a:xfrm>
          <a:prstGeom prst="rect">
            <a:avLst/>
          </a:prstGeom>
        </p:spPr>
      </p:pic>
      <p:pic>
        <p:nvPicPr>
          <p:cNvPr id="8" name="Picture 7" descr="A picture containing calendar&#10;&#10;Description automatically generated">
            <a:extLst>
              <a:ext uri="{FF2B5EF4-FFF2-40B4-BE49-F238E27FC236}">
                <a16:creationId xmlns:a16="http://schemas.microsoft.com/office/drawing/2014/main" id="{937059C3-335C-47D5-99C1-8813DA15D67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139" y="18044"/>
            <a:ext cx="693483" cy="6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5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47592"/>
            <a:ext cx="12192000" cy="1285884"/>
          </a:xfrm>
        </p:spPr>
        <p:txBody>
          <a:bodyPr>
            <a:normAutofit/>
          </a:bodyPr>
          <a:lstStyle/>
          <a:p>
            <a:pPr algn="ctr"/>
            <a:r>
              <a:rPr lang="en-US" sz="3400" b="1" i="1" dirty="0">
                <a:solidFill>
                  <a:srgbClr val="FF0000"/>
                </a:solidFill>
              </a:rPr>
              <a:t>Title of your project work carried out  </a:t>
            </a:r>
            <a:br>
              <a:rPr lang="en-US" sz="3400" dirty="0">
                <a:solidFill>
                  <a:srgbClr val="FF0000"/>
                </a:solidFill>
              </a:rPr>
            </a:b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3867148" y="3192658"/>
            <a:ext cx="4457704" cy="1748510"/>
          </a:xfrm>
        </p:spPr>
        <p:txBody>
          <a:bodyPr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Candidate Names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USN 1: 1RN1xISxxx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USN 2: 1RN1xISxxx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USN 3: 1RN1xISxxx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USN 4: 1RN1xISxxx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solidFill>
                <a:srgbClr val="00006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-2473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RNS INSTITUTE OF TECHNOLOGY</a:t>
            </a:r>
          </a:p>
          <a:p>
            <a:pPr algn="ctr">
              <a:defRPr/>
            </a:pPr>
            <a:r>
              <a:rPr lang="en-US" sz="2400" b="1" cap="all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BENGALURU - 98</a:t>
            </a:r>
            <a:endParaRPr lang="en-US" sz="24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83917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DEPARTMENT OF INFORMATION SCIENCE &amp;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9576" y="1785927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Final Year Project Work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438191"/>
            <a:ext cx="51288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Internal Guide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Dr./Mr. </a:t>
            </a:r>
            <a:r>
              <a:rPr lang="en-IN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/Ms. Guide Name</a:t>
            </a:r>
            <a:endParaRPr lang="pt-BR" sz="20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Prof./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Asso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Prof./Asst. Prof, Dept of  ISE, RNSIT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92238" y="5299691"/>
            <a:ext cx="299989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Panel 1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Dr./Mr. </a:t>
            </a:r>
            <a:r>
              <a:rPr lang="en-IN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/Ms. Guide Name</a:t>
            </a:r>
            <a:endParaRPr lang="pt-BR" sz="20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Prof./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Asso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Prof./Asst. Prof, Dept of  ISE, RNSIT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5926" y="5302997"/>
            <a:ext cx="299989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Panel 2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Dr./Mr. </a:t>
            </a:r>
            <a:r>
              <a:rPr lang="en-IN" sz="20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/Ms. Guide Name</a:t>
            </a:r>
            <a:endParaRPr lang="pt-BR" sz="20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Prof./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Asso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Prof./Asst. Prof, Dept of  ISE, RNSIT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53752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625252"/>
            <a:ext cx="9505056" cy="5540052"/>
          </a:xfrm>
        </p:spPr>
        <p:txBody>
          <a:bodyPr>
            <a:normAutofit fontScale="85000" lnSpcReduction="20000"/>
          </a:bodyPr>
          <a:lstStyle/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Analysis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System Design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Discussion of Results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Scopus Journal Paper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Conclusion and Future Enhancements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355600" indent="-355600">
              <a:buFont typeface="Wingdings" pitchFamily="2" charset="2"/>
              <a:buChar char="q"/>
            </a:pP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Q &amp; A</a:t>
            </a:r>
          </a:p>
          <a:p>
            <a:pPr marL="0" indent="0">
              <a:buNone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07C6F-CCDB-468C-A092-04717062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5553B-50BC-4DC2-A8CE-4336C138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E886-641A-4621-AEA2-BB64918E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3592" y="332656"/>
            <a:ext cx="7467600" cy="129614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b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u="sng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8282" y="1357298"/>
            <a:ext cx="8572560" cy="4591982"/>
          </a:xfrm>
        </p:spPr>
        <p:txBody>
          <a:bodyPr>
            <a:normAutofit/>
          </a:bodyPr>
          <a:lstStyle/>
          <a:p>
            <a:pPr marL="355600" indent="-3556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Write your Project work carried out abstract in points</a:t>
            </a:r>
          </a:p>
          <a:p>
            <a:pPr marL="355600" indent="-3556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 not exceed more than one slide – Fit it to this slide</a:t>
            </a:r>
          </a:p>
          <a:p>
            <a:pPr marL="355600" indent="-35560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Add</a:t>
            </a:r>
          </a:p>
          <a:p>
            <a:pPr marL="355600" indent="-35560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More </a:t>
            </a:r>
          </a:p>
          <a:p>
            <a:pPr marL="355600" indent="-35560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Points here….</a:t>
            </a:r>
          </a:p>
          <a:p>
            <a:pPr marL="0" indent="0" algn="just">
              <a:buNone/>
            </a:pPr>
            <a:endParaRPr lang="en-US" sz="1800" b="1" dirty="0"/>
          </a:p>
          <a:p>
            <a:pPr algn="just"/>
            <a:endParaRPr lang="en-US" sz="1800" b="1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8EC12-73AA-4416-AB80-CFE95158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64878-040F-43D3-8C50-5126F2C2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1B2EA-778B-412E-9857-F89F9B20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7467600" cy="108012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u="sng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914400"/>
            <a:ext cx="10945216" cy="532291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Give Brief introduction about your project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Background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D1BB5-76F5-4CA3-B1FE-B05B9614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CD455-262C-407F-89E6-1DBDF19B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8D7C1-FF9A-4118-8448-A4F79609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663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96752"/>
            <a:ext cx="11521280" cy="5040560"/>
          </a:xfrm>
        </p:spPr>
        <p:txBody>
          <a:bodyPr/>
          <a:lstStyle/>
          <a:p>
            <a:r>
              <a:rPr lang="en-US" dirty="0"/>
              <a:t>Give the survey , in the table format only.(Refer Phase 1 Report)</a:t>
            </a:r>
          </a:p>
          <a:p>
            <a:r>
              <a:rPr lang="en-US" dirty="0"/>
              <a:t>Minimum of 10 papers details to include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3D9D5CE-D501-437E-94FB-5429EB21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6A0277-3ABD-406C-9A7E-9C6FB5EA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1981200" y="152400"/>
            <a:ext cx="8229600" cy="684312"/>
          </a:xfrm>
          <a:prstGeom prst="rect">
            <a:avLst/>
          </a:prstGeom>
        </p:spPr>
        <p:txBody>
          <a:bodyPr vert="horz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</a:t>
            </a:r>
            <a:r>
              <a:rPr lang="en-IN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0D85D3-EAD9-4C96-869F-7DA3C344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5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052736"/>
            <a:ext cx="11521280" cy="5184576"/>
          </a:xfrm>
        </p:spPr>
        <p:txBody>
          <a:bodyPr/>
          <a:lstStyle/>
          <a:p>
            <a:r>
              <a:rPr lang="en-US" dirty="0"/>
              <a:t>Problem Identification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Objectives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Methodology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System Requirement Specification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3D9D5CE-D501-437E-94FB-5429EB21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6A0277-3ABD-406C-9A7E-9C6FB5EA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1981200" y="152400"/>
            <a:ext cx="8229600" cy="684312"/>
          </a:xfrm>
          <a:prstGeom prst="rect">
            <a:avLst/>
          </a:prstGeom>
        </p:spPr>
        <p:txBody>
          <a:bodyPr vert="horz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0D85D3-EAD9-4C96-869F-7DA3C344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05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4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Design</a:t>
            </a:r>
            <a:br>
              <a:rPr lang="en-US" sz="3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252FCF-B27B-4BF9-9A7D-79F85AD5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F4F0-081C-449C-9C3A-E0B44A6D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F54E7E-0CB3-497B-98EB-74178BF12B55}"/>
              </a:ext>
            </a:extLst>
          </p:cNvPr>
          <p:cNvSpPr txBox="1">
            <a:spLocks/>
          </p:cNvSpPr>
          <p:nvPr/>
        </p:nvSpPr>
        <p:spPr>
          <a:xfrm>
            <a:off x="515380" y="992124"/>
            <a:ext cx="11161240" cy="517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details – Architecture diagram / System design / A</a:t>
            </a:r>
            <a:r>
              <a:rPr lang="en-IN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erial</a:t>
            </a: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View of the system…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Also, include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details – DFDs / Sequence Diagram / Use-case diagrams / …</a:t>
            </a:r>
            <a:endParaRPr lang="en-IN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E3B61-6F68-4FD8-94BB-A8508564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4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Implementation / Coding</a:t>
            </a:r>
            <a:endParaRPr lang="en-US" sz="3200"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252FCF-B27B-4BF9-9A7D-79F85AD5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F4F0-081C-449C-9C3A-E0B44A6D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F54E7E-0CB3-497B-98EB-74178BF12B55}"/>
              </a:ext>
            </a:extLst>
          </p:cNvPr>
          <p:cNvSpPr txBox="1">
            <a:spLocks/>
          </p:cNvSpPr>
          <p:nvPr/>
        </p:nvSpPr>
        <p:spPr>
          <a:xfrm>
            <a:off x="479376" y="992124"/>
            <a:ext cx="11233248" cy="517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Write algorithms / pseudocode / flow chart 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483D0-FC24-4C7F-A767-45993034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8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4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Testing</a:t>
            </a:r>
            <a:endParaRPr lang="en-US" sz="3200"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252FCF-B27B-4BF9-9A7D-79F85AD5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F4F0-081C-449C-9C3A-E0B44A6D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F54E7E-0CB3-497B-98EB-74178BF12B55}"/>
              </a:ext>
            </a:extLst>
          </p:cNvPr>
          <p:cNvSpPr txBox="1">
            <a:spLocks/>
          </p:cNvSpPr>
          <p:nvPr/>
        </p:nvSpPr>
        <p:spPr>
          <a:xfrm>
            <a:off x="479376" y="992124"/>
            <a:ext cx="11233248" cy="517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Include Suitable Test cases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483D0-FC24-4C7F-A767-45993034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3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4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US" sz="3200" b="1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252FCF-B27B-4BF9-9A7D-79F85AD5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F4F0-081C-449C-9C3A-E0B44A6D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F54E7E-0CB3-497B-98EB-74178BF12B55}"/>
              </a:ext>
            </a:extLst>
          </p:cNvPr>
          <p:cNvSpPr txBox="1">
            <a:spLocks/>
          </p:cNvSpPr>
          <p:nvPr/>
        </p:nvSpPr>
        <p:spPr>
          <a:xfrm>
            <a:off x="479376" y="992124"/>
            <a:ext cx="11233248" cy="517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483D0-FC24-4C7F-A767-45993034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27461" y="1268760"/>
            <a:ext cx="10441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Include Snapshots of the results, Graphs/ Comparison tables etc..</a:t>
            </a:r>
          </a:p>
        </p:txBody>
      </p:sp>
    </p:spTree>
    <p:extLst>
      <p:ext uri="{BB962C8B-B14F-4D97-AF65-F5344CB8AC3E}">
        <p14:creationId xmlns:p14="http://schemas.microsoft.com/office/powerpoint/2010/main" val="126376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583" y="188640"/>
            <a:ext cx="7676765" cy="694162"/>
          </a:xfrm>
        </p:spPr>
        <p:txBody>
          <a:bodyPr>
            <a:normAutofit fontScale="90000"/>
          </a:bodyPr>
          <a:lstStyle/>
          <a:p>
            <a:r>
              <a:rPr lang="en-US" dirty="0"/>
              <a:t>Paper Published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here the Link of the paper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1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191482"/>
            <a:ext cx="7467600" cy="7143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CONCLUSIONS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944724"/>
            <a:ext cx="11089232" cy="5292588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232D-C5B6-4904-B0FD-67D9A472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751C5-4D03-4713-B38A-E84F63B9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8CA14-345C-4F3F-85D3-74871838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560" y="136525"/>
            <a:ext cx="7467600" cy="7143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Future Enhancements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30" y="944724"/>
            <a:ext cx="11317394" cy="5292588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232D-C5B6-4904-B0FD-67D9A472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751C5-4D03-4713-B38A-E84F63B9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063CF-6D7D-432E-B18C-EBA1A907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57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36525"/>
            <a:ext cx="10370368" cy="621982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algn="ctr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 IEEE Standard format only)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[2]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[3] …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2A149-87F3-4546-B37B-612BD139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A78DEB-6914-4A76-B9B4-66FB89B0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C7A7-D0BC-42EC-8035-D91B8D8A8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632" y="2132856"/>
            <a:ext cx="6428184" cy="990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0066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6ABC9-2AA8-45D3-BBEA-5EDA91A76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ABEAA-379F-4A82-AF2D-B81BD8E4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77451-EDE1-4F8C-ACC9-367848FE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16" y="2458552"/>
            <a:ext cx="6553200" cy="75442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0066"/>
                </a:solidFill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25990-F38C-4DDC-86BA-7F06ABD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VIII Semester, Department of ISE, RNSIT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5FA4F-0ACB-4158-BB75-7AD52B71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2021 - 2022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02A3F-45C8-46FF-A99F-20E606B7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5413-E548-45A8-B9DD-11B71454D5C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2916</TotalTime>
  <Words>515</Words>
  <Application>Microsoft Office PowerPoint</Application>
  <PresentationFormat>Widescreen</PresentationFormat>
  <Paragraphs>144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Title of your project work carried out   </vt:lpstr>
      <vt:lpstr>AGENDA</vt:lpstr>
      <vt:lpstr>ABSTRACT </vt:lpstr>
      <vt:lpstr>INTRODUCTION </vt:lpstr>
      <vt:lpstr>PowerPoint Presentation</vt:lpstr>
      <vt:lpstr>PowerPoint Presentation</vt:lpstr>
      <vt:lpstr>System Design </vt:lpstr>
      <vt:lpstr>Implementation / Coding</vt:lpstr>
      <vt:lpstr>Testing</vt:lpstr>
      <vt:lpstr>Results and Discussions</vt:lpstr>
      <vt:lpstr>Paper Published Details</vt:lpstr>
      <vt:lpstr>CONCLUSIONS</vt:lpstr>
      <vt:lpstr>Future Enhancements</vt:lpstr>
      <vt:lpstr>PowerPoint Presentation</vt:lpstr>
      <vt:lpstr>Question and Answer</vt:lpstr>
      <vt:lpstr>THANK YOU</vt:lpstr>
    </vt:vector>
  </TitlesOfParts>
  <Company>DARSHAN SATHYA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DARSHAN SATHYA</dc:creator>
  <cp:lastModifiedBy>NIVEDITA G Y</cp:lastModifiedBy>
  <cp:revision>285</cp:revision>
  <dcterms:created xsi:type="dcterms:W3CDTF">2015-10-29T14:36:38Z</dcterms:created>
  <dcterms:modified xsi:type="dcterms:W3CDTF">2026-09-06T04:36:30Z</dcterms:modified>
</cp:coreProperties>
</file>